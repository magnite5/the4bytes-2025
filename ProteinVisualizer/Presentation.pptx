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43FBC8-B177-1F12-DDAD-2DCFF36DE874}" v="151" dt="2025-11-13T22:06:07.628"/>
    <p1510:client id="{EDF6971A-3438-14A1-4BC8-AA9028F27BDF}" v="282" dt="2025-11-13T21:23:18.594"/>
    <p1510:client id="{EEF3D69A-C3DA-B4AF-BF72-F85EDEB5EF53}" v="232" dt="2025-11-13T22:03:50.1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DFB864-A2AF-46C8-9E70-E4440C5D6104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5734011-33A5-419E-BD3B-731FEEC6883E}">
      <dgm:prSet/>
      <dgm:spPr/>
      <dgm:t>
        <a:bodyPr/>
        <a:lstStyle/>
        <a:p>
          <a:r>
            <a:rPr lang="en-US"/>
            <a:t>Analyze different proteins and their structures</a:t>
          </a:r>
        </a:p>
      </dgm:t>
    </dgm:pt>
    <dgm:pt modelId="{CD675F40-86F7-4D89-9473-E34C3CCE8A41}" type="parTrans" cxnId="{E39B2BF5-44D4-4378-A25A-A4D40321CE0D}">
      <dgm:prSet/>
      <dgm:spPr/>
      <dgm:t>
        <a:bodyPr/>
        <a:lstStyle/>
        <a:p>
          <a:endParaRPr lang="en-US"/>
        </a:p>
      </dgm:t>
    </dgm:pt>
    <dgm:pt modelId="{00F475E1-89C1-45CC-BB3D-2510F8DFA326}" type="sibTrans" cxnId="{E39B2BF5-44D4-4378-A25A-A4D40321CE0D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FCBFA3E2-7EDE-4C96-B262-D7D5DC0F57D0}">
      <dgm:prSet/>
      <dgm:spPr/>
      <dgm:t>
        <a:bodyPr/>
        <a:lstStyle/>
        <a:p>
          <a:r>
            <a:rPr lang="en-US"/>
            <a:t>Find their weaknesses and how to denature them.</a:t>
          </a:r>
        </a:p>
      </dgm:t>
    </dgm:pt>
    <dgm:pt modelId="{29FDE678-9F02-49CD-BE4E-F4914F32AEA2}" type="parTrans" cxnId="{804CC866-F5E0-4CF0-9503-9ECE18E8C02C}">
      <dgm:prSet/>
      <dgm:spPr/>
      <dgm:t>
        <a:bodyPr/>
        <a:lstStyle/>
        <a:p>
          <a:endParaRPr lang="en-US"/>
        </a:p>
      </dgm:t>
    </dgm:pt>
    <dgm:pt modelId="{E638E403-1709-41A0-93FB-9945BEE33BDF}" type="sibTrans" cxnId="{804CC866-F5E0-4CF0-9503-9ECE18E8C02C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2505CB0B-F156-4D39-8509-132C577FB8DE}">
      <dgm:prSet/>
      <dgm:spPr/>
      <dgm:t>
        <a:bodyPr/>
        <a:lstStyle/>
        <a:p>
          <a:r>
            <a:rPr lang="en-US"/>
            <a:t>Render 3D models of the chosen proteins</a:t>
          </a:r>
        </a:p>
      </dgm:t>
    </dgm:pt>
    <dgm:pt modelId="{A7BB654F-F5A1-41A1-AC0F-80B9CA16E45E}" type="parTrans" cxnId="{6BB897D5-1394-4AB3-A838-8AD9FF54783D}">
      <dgm:prSet/>
      <dgm:spPr/>
      <dgm:t>
        <a:bodyPr/>
        <a:lstStyle/>
        <a:p>
          <a:endParaRPr lang="en-US"/>
        </a:p>
      </dgm:t>
    </dgm:pt>
    <dgm:pt modelId="{C34EA0EB-7016-46E3-ADEC-463FD9EB4645}" type="sibTrans" cxnId="{6BB897D5-1394-4AB3-A838-8AD9FF54783D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F80FBF02-8CB5-486E-8AB9-F997F8F69D88}" type="pres">
      <dgm:prSet presAssocID="{69DFB864-A2AF-46C8-9E70-E4440C5D6104}" presName="Name0" presStyleCnt="0">
        <dgm:presLayoutVars>
          <dgm:animLvl val="lvl"/>
          <dgm:resizeHandles val="exact"/>
        </dgm:presLayoutVars>
      </dgm:prSet>
      <dgm:spPr/>
    </dgm:pt>
    <dgm:pt modelId="{4DB7C6F8-063A-42CD-8170-425BB7FBE94F}" type="pres">
      <dgm:prSet presAssocID="{35734011-33A5-419E-BD3B-731FEEC6883E}" presName="compositeNode" presStyleCnt="0">
        <dgm:presLayoutVars>
          <dgm:bulletEnabled val="1"/>
        </dgm:presLayoutVars>
      </dgm:prSet>
      <dgm:spPr/>
    </dgm:pt>
    <dgm:pt modelId="{C8424147-67D5-4388-AA5A-61DE20DF9CFE}" type="pres">
      <dgm:prSet presAssocID="{35734011-33A5-419E-BD3B-731FEEC6883E}" presName="bgRect" presStyleLbl="alignNode1" presStyleIdx="0" presStyleCnt="3"/>
      <dgm:spPr/>
    </dgm:pt>
    <dgm:pt modelId="{51389101-03B1-47FD-96C5-C2A6DB6C88B3}" type="pres">
      <dgm:prSet presAssocID="{00F475E1-89C1-45CC-BB3D-2510F8DFA326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BE409DB0-648E-4DC9-A540-E4294D55A1E9}" type="pres">
      <dgm:prSet presAssocID="{35734011-33A5-419E-BD3B-731FEEC6883E}" presName="nodeRect" presStyleLbl="alignNode1" presStyleIdx="0" presStyleCnt="3">
        <dgm:presLayoutVars>
          <dgm:bulletEnabled val="1"/>
        </dgm:presLayoutVars>
      </dgm:prSet>
      <dgm:spPr/>
    </dgm:pt>
    <dgm:pt modelId="{146E5233-97F5-4FE7-84E9-0A8214D13C53}" type="pres">
      <dgm:prSet presAssocID="{00F475E1-89C1-45CC-BB3D-2510F8DFA326}" presName="sibTrans" presStyleCnt="0"/>
      <dgm:spPr/>
    </dgm:pt>
    <dgm:pt modelId="{EC420E51-05C5-4BBB-91BC-8E9BE85FA7E3}" type="pres">
      <dgm:prSet presAssocID="{FCBFA3E2-7EDE-4C96-B262-D7D5DC0F57D0}" presName="compositeNode" presStyleCnt="0">
        <dgm:presLayoutVars>
          <dgm:bulletEnabled val="1"/>
        </dgm:presLayoutVars>
      </dgm:prSet>
      <dgm:spPr/>
    </dgm:pt>
    <dgm:pt modelId="{67EC8B20-19D8-4289-B11F-AF9600B5042F}" type="pres">
      <dgm:prSet presAssocID="{FCBFA3E2-7EDE-4C96-B262-D7D5DC0F57D0}" presName="bgRect" presStyleLbl="alignNode1" presStyleIdx="1" presStyleCnt="3"/>
      <dgm:spPr/>
    </dgm:pt>
    <dgm:pt modelId="{4BADCE9C-9A14-4D57-87F9-434CFCF8BA1C}" type="pres">
      <dgm:prSet presAssocID="{E638E403-1709-41A0-93FB-9945BEE33BDF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3FEA62DB-FDEC-4ACD-A8D0-DE4828A1374E}" type="pres">
      <dgm:prSet presAssocID="{FCBFA3E2-7EDE-4C96-B262-D7D5DC0F57D0}" presName="nodeRect" presStyleLbl="alignNode1" presStyleIdx="1" presStyleCnt="3">
        <dgm:presLayoutVars>
          <dgm:bulletEnabled val="1"/>
        </dgm:presLayoutVars>
      </dgm:prSet>
      <dgm:spPr/>
    </dgm:pt>
    <dgm:pt modelId="{9233CF86-1ACA-4475-8E04-195840DC23EE}" type="pres">
      <dgm:prSet presAssocID="{E638E403-1709-41A0-93FB-9945BEE33BDF}" presName="sibTrans" presStyleCnt="0"/>
      <dgm:spPr/>
    </dgm:pt>
    <dgm:pt modelId="{3C345D92-F2E4-44E6-B38B-7CC7BCC891AA}" type="pres">
      <dgm:prSet presAssocID="{2505CB0B-F156-4D39-8509-132C577FB8DE}" presName="compositeNode" presStyleCnt="0">
        <dgm:presLayoutVars>
          <dgm:bulletEnabled val="1"/>
        </dgm:presLayoutVars>
      </dgm:prSet>
      <dgm:spPr/>
    </dgm:pt>
    <dgm:pt modelId="{59544E93-E2DA-45C4-ABCD-57979E4D5316}" type="pres">
      <dgm:prSet presAssocID="{2505CB0B-F156-4D39-8509-132C577FB8DE}" presName="bgRect" presStyleLbl="alignNode1" presStyleIdx="2" presStyleCnt="3"/>
      <dgm:spPr/>
    </dgm:pt>
    <dgm:pt modelId="{ABE65B52-BBC8-436C-A39B-DA6A404E7FB2}" type="pres">
      <dgm:prSet presAssocID="{C34EA0EB-7016-46E3-ADEC-463FD9EB4645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B1DB2030-05B0-4D18-B255-C36B5439A3AC}" type="pres">
      <dgm:prSet presAssocID="{2505CB0B-F156-4D39-8509-132C577FB8DE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61029913-5211-4C40-83D1-850E43C1A048}" type="presOf" srcId="{E638E403-1709-41A0-93FB-9945BEE33BDF}" destId="{4BADCE9C-9A14-4D57-87F9-434CFCF8BA1C}" srcOrd="0" destOrd="0" presId="urn:microsoft.com/office/officeart/2016/7/layout/LinearBlockProcessNumbered"/>
    <dgm:cxn modelId="{7C3D1D16-98A1-40BB-90DD-D5F06DFCE818}" type="presOf" srcId="{FCBFA3E2-7EDE-4C96-B262-D7D5DC0F57D0}" destId="{3FEA62DB-FDEC-4ACD-A8D0-DE4828A1374E}" srcOrd="1" destOrd="0" presId="urn:microsoft.com/office/officeart/2016/7/layout/LinearBlockProcessNumbered"/>
    <dgm:cxn modelId="{4586C225-89CB-4B30-99BE-9AF6BE8C3D55}" type="presOf" srcId="{69DFB864-A2AF-46C8-9E70-E4440C5D6104}" destId="{F80FBF02-8CB5-486E-8AB9-F997F8F69D88}" srcOrd="0" destOrd="0" presId="urn:microsoft.com/office/officeart/2016/7/layout/LinearBlockProcessNumbered"/>
    <dgm:cxn modelId="{804CC866-F5E0-4CF0-9503-9ECE18E8C02C}" srcId="{69DFB864-A2AF-46C8-9E70-E4440C5D6104}" destId="{FCBFA3E2-7EDE-4C96-B262-D7D5DC0F57D0}" srcOrd="1" destOrd="0" parTransId="{29FDE678-9F02-49CD-BE4E-F4914F32AEA2}" sibTransId="{E638E403-1709-41A0-93FB-9945BEE33BDF}"/>
    <dgm:cxn modelId="{BED0DD97-AC03-48E2-8211-A1112B463BA0}" type="presOf" srcId="{C34EA0EB-7016-46E3-ADEC-463FD9EB4645}" destId="{ABE65B52-BBC8-436C-A39B-DA6A404E7FB2}" srcOrd="0" destOrd="0" presId="urn:microsoft.com/office/officeart/2016/7/layout/LinearBlockProcessNumbered"/>
    <dgm:cxn modelId="{6A74589D-2BB6-427E-978B-D1A3A736A05B}" type="presOf" srcId="{2505CB0B-F156-4D39-8509-132C577FB8DE}" destId="{B1DB2030-05B0-4D18-B255-C36B5439A3AC}" srcOrd="1" destOrd="0" presId="urn:microsoft.com/office/officeart/2016/7/layout/LinearBlockProcessNumbered"/>
    <dgm:cxn modelId="{9664CEBA-5278-44E4-A9DF-4AB2739A4D25}" type="presOf" srcId="{35734011-33A5-419E-BD3B-731FEEC6883E}" destId="{BE409DB0-648E-4DC9-A540-E4294D55A1E9}" srcOrd="1" destOrd="0" presId="urn:microsoft.com/office/officeart/2016/7/layout/LinearBlockProcessNumbered"/>
    <dgm:cxn modelId="{6BB897D5-1394-4AB3-A838-8AD9FF54783D}" srcId="{69DFB864-A2AF-46C8-9E70-E4440C5D6104}" destId="{2505CB0B-F156-4D39-8509-132C577FB8DE}" srcOrd="2" destOrd="0" parTransId="{A7BB654F-F5A1-41A1-AC0F-80B9CA16E45E}" sibTransId="{C34EA0EB-7016-46E3-ADEC-463FD9EB4645}"/>
    <dgm:cxn modelId="{0E1BFDE3-3585-4C64-8D49-64BA7752EAE8}" type="presOf" srcId="{FCBFA3E2-7EDE-4C96-B262-D7D5DC0F57D0}" destId="{67EC8B20-19D8-4289-B11F-AF9600B5042F}" srcOrd="0" destOrd="0" presId="urn:microsoft.com/office/officeart/2016/7/layout/LinearBlockProcessNumbered"/>
    <dgm:cxn modelId="{223B2AF4-3D88-4CD3-A2FD-E3BBF78837C5}" type="presOf" srcId="{35734011-33A5-419E-BD3B-731FEEC6883E}" destId="{C8424147-67D5-4388-AA5A-61DE20DF9CFE}" srcOrd="0" destOrd="0" presId="urn:microsoft.com/office/officeart/2016/7/layout/LinearBlockProcessNumbered"/>
    <dgm:cxn modelId="{641899F4-2AA5-4815-9352-5377D8BC5EC0}" type="presOf" srcId="{2505CB0B-F156-4D39-8509-132C577FB8DE}" destId="{59544E93-E2DA-45C4-ABCD-57979E4D5316}" srcOrd="0" destOrd="0" presId="urn:microsoft.com/office/officeart/2016/7/layout/LinearBlockProcessNumbered"/>
    <dgm:cxn modelId="{E39B2BF5-44D4-4378-A25A-A4D40321CE0D}" srcId="{69DFB864-A2AF-46C8-9E70-E4440C5D6104}" destId="{35734011-33A5-419E-BD3B-731FEEC6883E}" srcOrd="0" destOrd="0" parTransId="{CD675F40-86F7-4D89-9473-E34C3CCE8A41}" sibTransId="{00F475E1-89C1-45CC-BB3D-2510F8DFA326}"/>
    <dgm:cxn modelId="{1DD74DF7-84AF-4D17-8340-390047B543BB}" type="presOf" srcId="{00F475E1-89C1-45CC-BB3D-2510F8DFA326}" destId="{51389101-03B1-47FD-96C5-C2A6DB6C88B3}" srcOrd="0" destOrd="0" presId="urn:microsoft.com/office/officeart/2016/7/layout/LinearBlockProcessNumbered"/>
    <dgm:cxn modelId="{CA065BF8-B80F-4A91-9ECA-D34E4A677476}" type="presParOf" srcId="{F80FBF02-8CB5-486E-8AB9-F997F8F69D88}" destId="{4DB7C6F8-063A-42CD-8170-425BB7FBE94F}" srcOrd="0" destOrd="0" presId="urn:microsoft.com/office/officeart/2016/7/layout/LinearBlockProcessNumbered"/>
    <dgm:cxn modelId="{9A07764C-BDFC-468B-8BE8-9EA75EAB20DD}" type="presParOf" srcId="{4DB7C6F8-063A-42CD-8170-425BB7FBE94F}" destId="{C8424147-67D5-4388-AA5A-61DE20DF9CFE}" srcOrd="0" destOrd="0" presId="urn:microsoft.com/office/officeart/2016/7/layout/LinearBlockProcessNumbered"/>
    <dgm:cxn modelId="{8F46F628-CF6A-4907-8D9E-41D71CDDCF43}" type="presParOf" srcId="{4DB7C6F8-063A-42CD-8170-425BB7FBE94F}" destId="{51389101-03B1-47FD-96C5-C2A6DB6C88B3}" srcOrd="1" destOrd="0" presId="urn:microsoft.com/office/officeart/2016/7/layout/LinearBlockProcessNumbered"/>
    <dgm:cxn modelId="{6718EF96-A988-4BB0-90B4-5CE171FC136A}" type="presParOf" srcId="{4DB7C6F8-063A-42CD-8170-425BB7FBE94F}" destId="{BE409DB0-648E-4DC9-A540-E4294D55A1E9}" srcOrd="2" destOrd="0" presId="urn:microsoft.com/office/officeart/2016/7/layout/LinearBlockProcessNumbered"/>
    <dgm:cxn modelId="{7E57FA6C-7AC0-4F30-BE43-7D9C90CF3E52}" type="presParOf" srcId="{F80FBF02-8CB5-486E-8AB9-F997F8F69D88}" destId="{146E5233-97F5-4FE7-84E9-0A8214D13C53}" srcOrd="1" destOrd="0" presId="urn:microsoft.com/office/officeart/2016/7/layout/LinearBlockProcessNumbered"/>
    <dgm:cxn modelId="{269B7F6C-46C3-4825-BD30-F636E68A5897}" type="presParOf" srcId="{F80FBF02-8CB5-486E-8AB9-F997F8F69D88}" destId="{EC420E51-05C5-4BBB-91BC-8E9BE85FA7E3}" srcOrd="2" destOrd="0" presId="urn:microsoft.com/office/officeart/2016/7/layout/LinearBlockProcessNumbered"/>
    <dgm:cxn modelId="{141B3767-5E2A-4734-A8A6-D40FB4A322B1}" type="presParOf" srcId="{EC420E51-05C5-4BBB-91BC-8E9BE85FA7E3}" destId="{67EC8B20-19D8-4289-B11F-AF9600B5042F}" srcOrd="0" destOrd="0" presId="urn:microsoft.com/office/officeart/2016/7/layout/LinearBlockProcessNumbered"/>
    <dgm:cxn modelId="{50AA68BB-5FE5-4FE0-996E-4F72F6FA014D}" type="presParOf" srcId="{EC420E51-05C5-4BBB-91BC-8E9BE85FA7E3}" destId="{4BADCE9C-9A14-4D57-87F9-434CFCF8BA1C}" srcOrd="1" destOrd="0" presId="urn:microsoft.com/office/officeart/2016/7/layout/LinearBlockProcessNumbered"/>
    <dgm:cxn modelId="{F2CEF7D5-1FB3-4EF9-B357-4156436F8969}" type="presParOf" srcId="{EC420E51-05C5-4BBB-91BC-8E9BE85FA7E3}" destId="{3FEA62DB-FDEC-4ACD-A8D0-DE4828A1374E}" srcOrd="2" destOrd="0" presId="urn:microsoft.com/office/officeart/2016/7/layout/LinearBlockProcessNumbered"/>
    <dgm:cxn modelId="{1BFFDB1D-4617-470C-AA49-62507AB4145A}" type="presParOf" srcId="{F80FBF02-8CB5-486E-8AB9-F997F8F69D88}" destId="{9233CF86-1ACA-4475-8E04-195840DC23EE}" srcOrd="3" destOrd="0" presId="urn:microsoft.com/office/officeart/2016/7/layout/LinearBlockProcessNumbered"/>
    <dgm:cxn modelId="{442CEF7C-05C3-4F2D-B8B7-FD7FF344F0F7}" type="presParOf" srcId="{F80FBF02-8CB5-486E-8AB9-F997F8F69D88}" destId="{3C345D92-F2E4-44E6-B38B-7CC7BCC891AA}" srcOrd="4" destOrd="0" presId="urn:microsoft.com/office/officeart/2016/7/layout/LinearBlockProcessNumbered"/>
    <dgm:cxn modelId="{2C31B487-311C-428B-A10E-03EB1F3C1B94}" type="presParOf" srcId="{3C345D92-F2E4-44E6-B38B-7CC7BCC891AA}" destId="{59544E93-E2DA-45C4-ABCD-57979E4D5316}" srcOrd="0" destOrd="0" presId="urn:microsoft.com/office/officeart/2016/7/layout/LinearBlockProcessNumbered"/>
    <dgm:cxn modelId="{6BBC4A06-780C-4F2D-B47D-EF89D21B9AA3}" type="presParOf" srcId="{3C345D92-F2E4-44E6-B38B-7CC7BCC891AA}" destId="{ABE65B52-BBC8-436C-A39B-DA6A404E7FB2}" srcOrd="1" destOrd="0" presId="urn:microsoft.com/office/officeart/2016/7/layout/LinearBlockProcessNumbered"/>
    <dgm:cxn modelId="{BC63E335-5C89-4851-BB06-0130D84EFD88}" type="presParOf" srcId="{3C345D92-F2E4-44E6-B38B-7CC7BCC891AA}" destId="{B1DB2030-05B0-4D18-B255-C36B5439A3AC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2FD7B4-DBCB-4B8D-B5CD-A2514E47C070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1ADE20B-18D4-4785-A59B-C8CE42D5D586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500" dirty="0">
              <a:latin typeface="Aptos"/>
              <a:ea typeface="+mn-ea"/>
              <a:cs typeface="+mn-cs"/>
            </a:rPr>
            <a:t>Flask linking python (back-end) and HTML/CSS (front-end)</a:t>
          </a:r>
        </a:p>
      </dgm:t>
    </dgm:pt>
    <dgm:pt modelId="{A498A6A3-B410-473B-AADB-8959F90390AA}" type="parTrans" cxnId="{4489736A-A95E-4D67-A424-83A1E97AC28F}">
      <dgm:prSet/>
      <dgm:spPr/>
      <dgm:t>
        <a:bodyPr/>
        <a:lstStyle/>
        <a:p>
          <a:endParaRPr lang="en-US"/>
        </a:p>
      </dgm:t>
    </dgm:pt>
    <dgm:pt modelId="{97A0622C-89D2-4D40-8939-E6E36CCAB995}" type="sibTrans" cxnId="{4489736A-A95E-4D67-A424-83A1E97AC28F}">
      <dgm:prSet/>
      <dgm:spPr/>
      <dgm:t>
        <a:bodyPr/>
        <a:lstStyle/>
        <a:p>
          <a:endParaRPr lang="en-US"/>
        </a:p>
      </dgm:t>
    </dgm:pt>
    <dgm:pt modelId="{86748E7F-1346-4214-8171-B8A8BA9D9B2B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500" dirty="0">
              <a:latin typeface="Aptos" panose="020B0004020202020204"/>
              <a:ea typeface="+mn-ea"/>
              <a:cs typeface="+mn-cs"/>
            </a:rPr>
            <a:t>New Libraries such as mastery of pandas, Bio and Flask</a:t>
          </a:r>
        </a:p>
      </dgm:t>
    </dgm:pt>
    <dgm:pt modelId="{89DCA3F8-B1EA-4E00-9125-180BB1584412}" type="parTrans" cxnId="{1ED699C7-2255-446D-B06E-84E8D35B74E7}">
      <dgm:prSet/>
      <dgm:spPr/>
      <dgm:t>
        <a:bodyPr/>
        <a:lstStyle/>
        <a:p>
          <a:endParaRPr lang="en-US"/>
        </a:p>
      </dgm:t>
    </dgm:pt>
    <dgm:pt modelId="{9ED4564C-C8FD-46A0-A429-30D6415F97DD}" type="sibTrans" cxnId="{1ED699C7-2255-446D-B06E-84E8D35B74E7}">
      <dgm:prSet/>
      <dgm:spPr/>
      <dgm:t>
        <a:bodyPr/>
        <a:lstStyle/>
        <a:p>
          <a:endParaRPr lang="en-US"/>
        </a:p>
      </dgm:t>
    </dgm:pt>
    <dgm:pt modelId="{42536985-144E-4844-9FD3-78950C09648E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500" dirty="0">
              <a:latin typeface="Aptos" panose="020B0004020202020204"/>
              <a:ea typeface="+mn-ea"/>
              <a:cs typeface="+mn-cs"/>
            </a:rPr>
            <a:t>Understanding of protein behavior</a:t>
          </a:r>
        </a:p>
      </dgm:t>
    </dgm:pt>
    <dgm:pt modelId="{D5F0B1A0-BB0B-4A52-9E30-DC57EF71EF81}" type="parTrans" cxnId="{7B530FAE-D756-4DEE-A367-C2FF20D7907C}">
      <dgm:prSet/>
      <dgm:spPr/>
      <dgm:t>
        <a:bodyPr/>
        <a:lstStyle/>
        <a:p>
          <a:endParaRPr lang="en-US"/>
        </a:p>
      </dgm:t>
    </dgm:pt>
    <dgm:pt modelId="{2DBDD351-91CF-47CF-B815-7FDDDA2D12D9}" type="sibTrans" cxnId="{7B530FAE-D756-4DEE-A367-C2FF20D7907C}">
      <dgm:prSet/>
      <dgm:spPr/>
      <dgm:t>
        <a:bodyPr/>
        <a:lstStyle/>
        <a:p>
          <a:endParaRPr lang="en-US"/>
        </a:p>
      </dgm:t>
    </dgm:pt>
    <dgm:pt modelId="{02B09865-DFCB-4329-A9FE-4EDA7FAD6523}" type="pres">
      <dgm:prSet presAssocID="{092FD7B4-DBCB-4B8D-B5CD-A2514E47C0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840A37E-DFAC-407B-B162-043140D3E7C9}" type="pres">
      <dgm:prSet presAssocID="{B1ADE20B-18D4-4785-A59B-C8CE42D5D586}" presName="hierRoot1" presStyleCnt="0"/>
      <dgm:spPr/>
    </dgm:pt>
    <dgm:pt modelId="{F22FD89A-4F73-49D7-8369-085D94F14169}" type="pres">
      <dgm:prSet presAssocID="{B1ADE20B-18D4-4785-A59B-C8CE42D5D586}" presName="composite" presStyleCnt="0"/>
      <dgm:spPr/>
    </dgm:pt>
    <dgm:pt modelId="{EAECFCF7-4A78-4C00-877D-8D025F4D6DEC}" type="pres">
      <dgm:prSet presAssocID="{B1ADE20B-18D4-4785-A59B-C8CE42D5D586}" presName="background" presStyleLbl="node0" presStyleIdx="0" presStyleCnt="3"/>
      <dgm:spPr/>
    </dgm:pt>
    <dgm:pt modelId="{F723CE47-E031-4340-9918-0E267CCBD9F2}" type="pres">
      <dgm:prSet presAssocID="{B1ADE20B-18D4-4785-A59B-C8CE42D5D586}" presName="text" presStyleLbl="fgAcc0" presStyleIdx="0" presStyleCnt="3">
        <dgm:presLayoutVars>
          <dgm:chPref val="3"/>
        </dgm:presLayoutVars>
      </dgm:prSet>
      <dgm:spPr/>
    </dgm:pt>
    <dgm:pt modelId="{2F59C75A-04D0-406D-9CA9-9536A02AAC12}" type="pres">
      <dgm:prSet presAssocID="{B1ADE20B-18D4-4785-A59B-C8CE42D5D586}" presName="hierChild2" presStyleCnt="0"/>
      <dgm:spPr/>
    </dgm:pt>
    <dgm:pt modelId="{7DD407EE-F5BD-4EB5-A611-1382805B55C9}" type="pres">
      <dgm:prSet presAssocID="{86748E7F-1346-4214-8171-B8A8BA9D9B2B}" presName="hierRoot1" presStyleCnt="0"/>
      <dgm:spPr/>
    </dgm:pt>
    <dgm:pt modelId="{40D9A38D-78E9-4675-AF39-FFAC9510B25F}" type="pres">
      <dgm:prSet presAssocID="{86748E7F-1346-4214-8171-B8A8BA9D9B2B}" presName="composite" presStyleCnt="0"/>
      <dgm:spPr/>
    </dgm:pt>
    <dgm:pt modelId="{ABF2DFB8-3F11-4DE6-85A3-C00899D16B23}" type="pres">
      <dgm:prSet presAssocID="{86748E7F-1346-4214-8171-B8A8BA9D9B2B}" presName="background" presStyleLbl="node0" presStyleIdx="1" presStyleCnt="3"/>
      <dgm:spPr/>
    </dgm:pt>
    <dgm:pt modelId="{F32C35E5-8256-46FC-8DA3-558DFAA4A56B}" type="pres">
      <dgm:prSet presAssocID="{86748E7F-1346-4214-8171-B8A8BA9D9B2B}" presName="text" presStyleLbl="fgAcc0" presStyleIdx="1" presStyleCnt="3">
        <dgm:presLayoutVars>
          <dgm:chPref val="3"/>
        </dgm:presLayoutVars>
      </dgm:prSet>
      <dgm:spPr/>
    </dgm:pt>
    <dgm:pt modelId="{D8B01580-BDE7-4A4D-8ED4-F48CCB990FA0}" type="pres">
      <dgm:prSet presAssocID="{86748E7F-1346-4214-8171-B8A8BA9D9B2B}" presName="hierChild2" presStyleCnt="0"/>
      <dgm:spPr/>
    </dgm:pt>
    <dgm:pt modelId="{C53F8CCA-752B-445B-9FBE-299064BC5873}" type="pres">
      <dgm:prSet presAssocID="{42536985-144E-4844-9FD3-78950C09648E}" presName="hierRoot1" presStyleCnt="0"/>
      <dgm:spPr/>
    </dgm:pt>
    <dgm:pt modelId="{C9EFBDD7-ADAC-40B4-AEC2-D2E686078FF2}" type="pres">
      <dgm:prSet presAssocID="{42536985-144E-4844-9FD3-78950C09648E}" presName="composite" presStyleCnt="0"/>
      <dgm:spPr/>
    </dgm:pt>
    <dgm:pt modelId="{2B729D7F-1691-4E45-AC37-CE0AE23BE888}" type="pres">
      <dgm:prSet presAssocID="{42536985-144E-4844-9FD3-78950C09648E}" presName="background" presStyleLbl="node0" presStyleIdx="2" presStyleCnt="3"/>
      <dgm:spPr/>
    </dgm:pt>
    <dgm:pt modelId="{CCDF790F-29F9-4F23-9330-9CF73389DCA5}" type="pres">
      <dgm:prSet presAssocID="{42536985-144E-4844-9FD3-78950C09648E}" presName="text" presStyleLbl="fgAcc0" presStyleIdx="2" presStyleCnt="3">
        <dgm:presLayoutVars>
          <dgm:chPref val="3"/>
        </dgm:presLayoutVars>
      </dgm:prSet>
      <dgm:spPr/>
    </dgm:pt>
    <dgm:pt modelId="{AB120DE6-2500-4906-A442-5F47319F787B}" type="pres">
      <dgm:prSet presAssocID="{42536985-144E-4844-9FD3-78950C09648E}" presName="hierChild2" presStyleCnt="0"/>
      <dgm:spPr/>
    </dgm:pt>
  </dgm:ptLst>
  <dgm:cxnLst>
    <dgm:cxn modelId="{B4BBAF62-0A37-43F3-9E85-DBABAE3F2CF0}" type="presOf" srcId="{092FD7B4-DBCB-4B8D-B5CD-A2514E47C070}" destId="{02B09865-DFCB-4329-A9FE-4EDA7FAD6523}" srcOrd="0" destOrd="0" presId="urn:microsoft.com/office/officeart/2005/8/layout/hierarchy1"/>
    <dgm:cxn modelId="{BFBDB845-24C2-4A5B-B9D0-D0AF44E2EC13}" type="presOf" srcId="{42536985-144E-4844-9FD3-78950C09648E}" destId="{CCDF790F-29F9-4F23-9330-9CF73389DCA5}" srcOrd="0" destOrd="0" presId="urn:microsoft.com/office/officeart/2005/8/layout/hierarchy1"/>
    <dgm:cxn modelId="{4489736A-A95E-4D67-A424-83A1E97AC28F}" srcId="{092FD7B4-DBCB-4B8D-B5CD-A2514E47C070}" destId="{B1ADE20B-18D4-4785-A59B-C8CE42D5D586}" srcOrd="0" destOrd="0" parTransId="{A498A6A3-B410-473B-AADB-8959F90390AA}" sibTransId="{97A0622C-89D2-4D40-8939-E6E36CCAB995}"/>
    <dgm:cxn modelId="{719EDEAA-B932-41CB-BB93-0E70E238E5F6}" type="presOf" srcId="{86748E7F-1346-4214-8171-B8A8BA9D9B2B}" destId="{F32C35E5-8256-46FC-8DA3-558DFAA4A56B}" srcOrd="0" destOrd="0" presId="urn:microsoft.com/office/officeart/2005/8/layout/hierarchy1"/>
    <dgm:cxn modelId="{31C79FAC-2A11-4551-8EAF-4E6732F68A60}" type="presOf" srcId="{B1ADE20B-18D4-4785-A59B-C8CE42D5D586}" destId="{F723CE47-E031-4340-9918-0E267CCBD9F2}" srcOrd="0" destOrd="0" presId="urn:microsoft.com/office/officeart/2005/8/layout/hierarchy1"/>
    <dgm:cxn modelId="{7B530FAE-D756-4DEE-A367-C2FF20D7907C}" srcId="{092FD7B4-DBCB-4B8D-B5CD-A2514E47C070}" destId="{42536985-144E-4844-9FD3-78950C09648E}" srcOrd="2" destOrd="0" parTransId="{D5F0B1A0-BB0B-4A52-9E30-DC57EF71EF81}" sibTransId="{2DBDD351-91CF-47CF-B815-7FDDDA2D12D9}"/>
    <dgm:cxn modelId="{1ED699C7-2255-446D-B06E-84E8D35B74E7}" srcId="{092FD7B4-DBCB-4B8D-B5CD-A2514E47C070}" destId="{86748E7F-1346-4214-8171-B8A8BA9D9B2B}" srcOrd="1" destOrd="0" parTransId="{89DCA3F8-B1EA-4E00-9125-180BB1584412}" sibTransId="{9ED4564C-C8FD-46A0-A429-30D6415F97DD}"/>
    <dgm:cxn modelId="{62222D24-B80D-43FB-9A7C-78C04C7872D2}" type="presParOf" srcId="{02B09865-DFCB-4329-A9FE-4EDA7FAD6523}" destId="{5840A37E-DFAC-407B-B162-043140D3E7C9}" srcOrd="0" destOrd="0" presId="urn:microsoft.com/office/officeart/2005/8/layout/hierarchy1"/>
    <dgm:cxn modelId="{9F4229ED-DF17-430F-A7E1-49B32888D445}" type="presParOf" srcId="{5840A37E-DFAC-407B-B162-043140D3E7C9}" destId="{F22FD89A-4F73-49D7-8369-085D94F14169}" srcOrd="0" destOrd="0" presId="urn:microsoft.com/office/officeart/2005/8/layout/hierarchy1"/>
    <dgm:cxn modelId="{62C1F7B9-EE8A-478D-A980-9CB6034CD515}" type="presParOf" srcId="{F22FD89A-4F73-49D7-8369-085D94F14169}" destId="{EAECFCF7-4A78-4C00-877D-8D025F4D6DEC}" srcOrd="0" destOrd="0" presId="urn:microsoft.com/office/officeart/2005/8/layout/hierarchy1"/>
    <dgm:cxn modelId="{38D602A9-1888-4C55-AC62-2D12F1140ED6}" type="presParOf" srcId="{F22FD89A-4F73-49D7-8369-085D94F14169}" destId="{F723CE47-E031-4340-9918-0E267CCBD9F2}" srcOrd="1" destOrd="0" presId="urn:microsoft.com/office/officeart/2005/8/layout/hierarchy1"/>
    <dgm:cxn modelId="{85F7D743-5A20-4A24-9D36-62C48716F2C1}" type="presParOf" srcId="{5840A37E-DFAC-407B-B162-043140D3E7C9}" destId="{2F59C75A-04D0-406D-9CA9-9536A02AAC12}" srcOrd="1" destOrd="0" presId="urn:microsoft.com/office/officeart/2005/8/layout/hierarchy1"/>
    <dgm:cxn modelId="{9559AB88-6792-4787-84AC-6663E10B5A33}" type="presParOf" srcId="{02B09865-DFCB-4329-A9FE-4EDA7FAD6523}" destId="{7DD407EE-F5BD-4EB5-A611-1382805B55C9}" srcOrd="1" destOrd="0" presId="urn:microsoft.com/office/officeart/2005/8/layout/hierarchy1"/>
    <dgm:cxn modelId="{261226E3-72B2-4673-B40E-EE589C5BB1D7}" type="presParOf" srcId="{7DD407EE-F5BD-4EB5-A611-1382805B55C9}" destId="{40D9A38D-78E9-4675-AF39-FFAC9510B25F}" srcOrd="0" destOrd="0" presId="urn:microsoft.com/office/officeart/2005/8/layout/hierarchy1"/>
    <dgm:cxn modelId="{AD6BCC18-62A9-40F7-8AB5-53AE44BE7A6E}" type="presParOf" srcId="{40D9A38D-78E9-4675-AF39-FFAC9510B25F}" destId="{ABF2DFB8-3F11-4DE6-85A3-C00899D16B23}" srcOrd="0" destOrd="0" presId="urn:microsoft.com/office/officeart/2005/8/layout/hierarchy1"/>
    <dgm:cxn modelId="{3C6248CE-41B1-417E-8119-5F1C6D2EBD4E}" type="presParOf" srcId="{40D9A38D-78E9-4675-AF39-FFAC9510B25F}" destId="{F32C35E5-8256-46FC-8DA3-558DFAA4A56B}" srcOrd="1" destOrd="0" presId="urn:microsoft.com/office/officeart/2005/8/layout/hierarchy1"/>
    <dgm:cxn modelId="{5D5504E3-11C6-4A68-A207-C2A993294C2F}" type="presParOf" srcId="{7DD407EE-F5BD-4EB5-A611-1382805B55C9}" destId="{D8B01580-BDE7-4A4D-8ED4-F48CCB990FA0}" srcOrd="1" destOrd="0" presId="urn:microsoft.com/office/officeart/2005/8/layout/hierarchy1"/>
    <dgm:cxn modelId="{5B045A42-6D1E-4E8E-B125-741033BB6770}" type="presParOf" srcId="{02B09865-DFCB-4329-A9FE-4EDA7FAD6523}" destId="{C53F8CCA-752B-445B-9FBE-299064BC5873}" srcOrd="2" destOrd="0" presId="urn:microsoft.com/office/officeart/2005/8/layout/hierarchy1"/>
    <dgm:cxn modelId="{43B18D5A-0C3F-4347-A479-D3062101F1AD}" type="presParOf" srcId="{C53F8CCA-752B-445B-9FBE-299064BC5873}" destId="{C9EFBDD7-ADAC-40B4-AEC2-D2E686078FF2}" srcOrd="0" destOrd="0" presId="urn:microsoft.com/office/officeart/2005/8/layout/hierarchy1"/>
    <dgm:cxn modelId="{DDE064E7-B5C9-4443-845F-97941F9DB847}" type="presParOf" srcId="{C9EFBDD7-ADAC-40B4-AEC2-D2E686078FF2}" destId="{2B729D7F-1691-4E45-AC37-CE0AE23BE888}" srcOrd="0" destOrd="0" presId="urn:microsoft.com/office/officeart/2005/8/layout/hierarchy1"/>
    <dgm:cxn modelId="{28B442E4-834F-4CAB-BE83-6177162C7D2B}" type="presParOf" srcId="{C9EFBDD7-ADAC-40B4-AEC2-D2E686078FF2}" destId="{CCDF790F-29F9-4F23-9330-9CF73389DCA5}" srcOrd="1" destOrd="0" presId="urn:microsoft.com/office/officeart/2005/8/layout/hierarchy1"/>
    <dgm:cxn modelId="{DDF2BF04-0910-4758-90F7-DFFBE211BA7F}" type="presParOf" srcId="{C53F8CCA-752B-445B-9FBE-299064BC5873}" destId="{AB120DE6-2500-4906-A442-5F47319F787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B1B50D-A241-4890-AAB9-D50BDE47BE2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372E95B-A55B-4A40-81AF-191B6F3A3A28}">
      <dgm:prSet/>
      <dgm:spPr/>
      <dgm:t>
        <a:bodyPr/>
        <a:lstStyle/>
        <a:p>
          <a:r>
            <a:rPr lang="en-US"/>
            <a:t>1CE0 – HIV surface marker protein</a:t>
          </a:r>
        </a:p>
      </dgm:t>
    </dgm:pt>
    <dgm:pt modelId="{9C43D600-5778-4603-BF06-7595170ADEA2}" type="parTrans" cxnId="{8A5BFB6B-1439-4B0D-BC77-AA86886A02A5}">
      <dgm:prSet/>
      <dgm:spPr/>
      <dgm:t>
        <a:bodyPr/>
        <a:lstStyle/>
        <a:p>
          <a:endParaRPr lang="en-US"/>
        </a:p>
      </dgm:t>
    </dgm:pt>
    <dgm:pt modelId="{49FDF36D-1D53-4FF6-A219-E59D981B7549}" type="sibTrans" cxnId="{8A5BFB6B-1439-4B0D-BC77-AA86886A02A5}">
      <dgm:prSet/>
      <dgm:spPr/>
      <dgm:t>
        <a:bodyPr/>
        <a:lstStyle/>
        <a:p>
          <a:endParaRPr lang="en-US"/>
        </a:p>
      </dgm:t>
    </dgm:pt>
    <dgm:pt modelId="{24570807-1A84-47F3-8A01-94E7F1BA1E16}">
      <dgm:prSet/>
      <dgm:spPr/>
      <dgm:t>
        <a:bodyPr/>
        <a:lstStyle/>
        <a:p>
          <a:r>
            <a:rPr lang="en-US"/>
            <a:t>1A3N -  Human Hemoglobin</a:t>
          </a:r>
        </a:p>
      </dgm:t>
    </dgm:pt>
    <dgm:pt modelId="{7623D05C-9920-4878-A54C-576FF6C1F427}" type="parTrans" cxnId="{AB9B2709-640A-44F1-AE08-2FB0835520C2}">
      <dgm:prSet/>
      <dgm:spPr/>
      <dgm:t>
        <a:bodyPr/>
        <a:lstStyle/>
        <a:p>
          <a:endParaRPr lang="en-US"/>
        </a:p>
      </dgm:t>
    </dgm:pt>
    <dgm:pt modelId="{D33FFC37-C26C-4A4B-A90E-C96B3E59B039}" type="sibTrans" cxnId="{AB9B2709-640A-44F1-AE08-2FB0835520C2}">
      <dgm:prSet/>
      <dgm:spPr/>
      <dgm:t>
        <a:bodyPr/>
        <a:lstStyle/>
        <a:p>
          <a:endParaRPr lang="en-US"/>
        </a:p>
      </dgm:t>
    </dgm:pt>
    <dgm:pt modelId="{9C495257-DDB9-4184-8A31-4F4D1CE22A9F}">
      <dgm:prSet/>
      <dgm:spPr/>
      <dgm:t>
        <a:bodyPr/>
        <a:lstStyle/>
        <a:p>
          <a:r>
            <a:rPr lang="en-US"/>
            <a:t>1YPY -  Vaccinia Virus L1 protein</a:t>
          </a:r>
        </a:p>
      </dgm:t>
    </dgm:pt>
    <dgm:pt modelId="{D460B859-BD10-4F71-A066-C6E3BB2407E9}" type="parTrans" cxnId="{2487A355-D6CF-4BC9-BDB4-642F1B4C325C}">
      <dgm:prSet/>
      <dgm:spPr/>
      <dgm:t>
        <a:bodyPr/>
        <a:lstStyle/>
        <a:p>
          <a:endParaRPr lang="en-US"/>
        </a:p>
      </dgm:t>
    </dgm:pt>
    <dgm:pt modelId="{8B12361C-51B2-43C2-80F2-F65A69FDBBD0}" type="sibTrans" cxnId="{2487A355-D6CF-4BC9-BDB4-642F1B4C325C}">
      <dgm:prSet/>
      <dgm:spPr/>
      <dgm:t>
        <a:bodyPr/>
        <a:lstStyle/>
        <a:p>
          <a:endParaRPr lang="en-US"/>
        </a:p>
      </dgm:t>
    </dgm:pt>
    <dgm:pt modelId="{FB348711-4CDF-4E57-9BA7-28ECCA1F61BE}">
      <dgm:prSet/>
      <dgm:spPr/>
      <dgm:t>
        <a:bodyPr/>
        <a:lstStyle/>
        <a:p>
          <a:r>
            <a:rPr lang="en-US"/>
            <a:t>3IGC - Smallpox virus topoisomerase-DNA</a:t>
          </a:r>
        </a:p>
      </dgm:t>
    </dgm:pt>
    <dgm:pt modelId="{4C50C4BE-0A91-4F5E-AD94-F0D47D1B489D}" type="parTrans" cxnId="{65D9EFB0-997C-4357-8C4A-B57DE91FEF2A}">
      <dgm:prSet/>
      <dgm:spPr/>
      <dgm:t>
        <a:bodyPr/>
        <a:lstStyle/>
        <a:p>
          <a:endParaRPr lang="en-US"/>
        </a:p>
      </dgm:t>
    </dgm:pt>
    <dgm:pt modelId="{CDA55785-FBAE-4A7F-A83D-DE137FF6D85C}" type="sibTrans" cxnId="{65D9EFB0-997C-4357-8C4A-B57DE91FEF2A}">
      <dgm:prSet/>
      <dgm:spPr/>
      <dgm:t>
        <a:bodyPr/>
        <a:lstStyle/>
        <a:p>
          <a:endParaRPr lang="en-US"/>
        </a:p>
      </dgm:t>
    </dgm:pt>
    <dgm:pt modelId="{A744B5D9-6089-4166-9DA8-D4A72FF86463}" type="pres">
      <dgm:prSet presAssocID="{93B1B50D-A241-4890-AAB9-D50BDE47BE2D}" presName="root" presStyleCnt="0">
        <dgm:presLayoutVars>
          <dgm:dir/>
          <dgm:resizeHandles val="exact"/>
        </dgm:presLayoutVars>
      </dgm:prSet>
      <dgm:spPr/>
    </dgm:pt>
    <dgm:pt modelId="{57EB2010-3EAE-49AA-8CD7-9D2D5D6E9518}" type="pres">
      <dgm:prSet presAssocID="{1372E95B-A55B-4A40-81AF-191B6F3A3A28}" presName="compNode" presStyleCnt="0"/>
      <dgm:spPr/>
    </dgm:pt>
    <dgm:pt modelId="{B7198525-E71B-4A3F-BF40-2863D44B2799}" type="pres">
      <dgm:prSet presAssocID="{1372E95B-A55B-4A40-81AF-191B6F3A3A2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e Arrow: Straight"/>
        </a:ext>
      </dgm:extLst>
    </dgm:pt>
    <dgm:pt modelId="{36682EDA-2AB5-482A-85FF-BA3A485490F1}" type="pres">
      <dgm:prSet presAssocID="{1372E95B-A55B-4A40-81AF-191B6F3A3A28}" presName="spaceRect" presStyleCnt="0"/>
      <dgm:spPr/>
    </dgm:pt>
    <dgm:pt modelId="{33480F79-C515-49E6-B015-56281041757C}" type="pres">
      <dgm:prSet presAssocID="{1372E95B-A55B-4A40-81AF-191B6F3A3A28}" presName="textRect" presStyleLbl="revTx" presStyleIdx="0" presStyleCnt="4">
        <dgm:presLayoutVars>
          <dgm:chMax val="1"/>
          <dgm:chPref val="1"/>
        </dgm:presLayoutVars>
      </dgm:prSet>
      <dgm:spPr/>
    </dgm:pt>
    <dgm:pt modelId="{8A8CDBC1-D02B-44DE-8A8E-D09B0066B7DF}" type="pres">
      <dgm:prSet presAssocID="{49FDF36D-1D53-4FF6-A219-E59D981B7549}" presName="sibTrans" presStyleCnt="0"/>
      <dgm:spPr/>
    </dgm:pt>
    <dgm:pt modelId="{FCBA483D-DB6D-4E0F-9324-CDE547AF2686}" type="pres">
      <dgm:prSet presAssocID="{24570807-1A84-47F3-8A01-94E7F1BA1E16}" presName="compNode" presStyleCnt="0"/>
      <dgm:spPr/>
    </dgm:pt>
    <dgm:pt modelId="{DEF6AE0E-A78C-4541-8072-B1F1FDB82C9D}" type="pres">
      <dgm:prSet presAssocID="{24570807-1A84-47F3-8A01-94E7F1BA1E1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7EB9FF9B-66D0-48BC-A7C9-7058564EB10A}" type="pres">
      <dgm:prSet presAssocID="{24570807-1A84-47F3-8A01-94E7F1BA1E16}" presName="spaceRect" presStyleCnt="0"/>
      <dgm:spPr/>
    </dgm:pt>
    <dgm:pt modelId="{A45C222C-AC3A-48C1-B92F-5D0F8AFF4AEC}" type="pres">
      <dgm:prSet presAssocID="{24570807-1A84-47F3-8A01-94E7F1BA1E16}" presName="textRect" presStyleLbl="revTx" presStyleIdx="1" presStyleCnt="4">
        <dgm:presLayoutVars>
          <dgm:chMax val="1"/>
          <dgm:chPref val="1"/>
        </dgm:presLayoutVars>
      </dgm:prSet>
      <dgm:spPr/>
    </dgm:pt>
    <dgm:pt modelId="{D94747C2-118C-43EF-BD2F-93C8C5EA3CAB}" type="pres">
      <dgm:prSet presAssocID="{D33FFC37-C26C-4A4B-A90E-C96B3E59B039}" presName="sibTrans" presStyleCnt="0"/>
      <dgm:spPr/>
    </dgm:pt>
    <dgm:pt modelId="{4B931085-E5E1-4F78-8997-E928158C7865}" type="pres">
      <dgm:prSet presAssocID="{9C495257-DDB9-4184-8A31-4F4D1CE22A9F}" presName="compNode" presStyleCnt="0"/>
      <dgm:spPr/>
    </dgm:pt>
    <dgm:pt modelId="{65682AD1-0521-4220-91F4-4EBB3CC90AE0}" type="pres">
      <dgm:prSet presAssocID="{9C495257-DDB9-4184-8A31-4F4D1CE22A9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t"/>
        </a:ext>
      </dgm:extLst>
    </dgm:pt>
    <dgm:pt modelId="{3E162DE3-161C-44E8-AB79-5DC9ABBD2C1D}" type="pres">
      <dgm:prSet presAssocID="{9C495257-DDB9-4184-8A31-4F4D1CE22A9F}" presName="spaceRect" presStyleCnt="0"/>
      <dgm:spPr/>
    </dgm:pt>
    <dgm:pt modelId="{4CB0A249-082F-4E63-B6A9-2D1A77BC847D}" type="pres">
      <dgm:prSet presAssocID="{9C495257-DDB9-4184-8A31-4F4D1CE22A9F}" presName="textRect" presStyleLbl="revTx" presStyleIdx="2" presStyleCnt="4">
        <dgm:presLayoutVars>
          <dgm:chMax val="1"/>
          <dgm:chPref val="1"/>
        </dgm:presLayoutVars>
      </dgm:prSet>
      <dgm:spPr/>
    </dgm:pt>
    <dgm:pt modelId="{9ED30D89-0D9B-45D5-B866-B09D17E68551}" type="pres">
      <dgm:prSet presAssocID="{8B12361C-51B2-43C2-80F2-F65A69FDBBD0}" presName="sibTrans" presStyleCnt="0"/>
      <dgm:spPr/>
    </dgm:pt>
    <dgm:pt modelId="{1BF61DD8-317B-44DA-844D-1DC9AD19DF85}" type="pres">
      <dgm:prSet presAssocID="{FB348711-4CDF-4E57-9BA7-28ECCA1F61BE}" presName="compNode" presStyleCnt="0"/>
      <dgm:spPr/>
    </dgm:pt>
    <dgm:pt modelId="{1AB8C97E-2C57-47FE-A2BA-9302F07416EC}" type="pres">
      <dgm:prSet presAssocID="{FB348711-4CDF-4E57-9BA7-28ECCA1F61B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626EC3DA-91F8-42ED-BC27-3F3C82FBA945}" type="pres">
      <dgm:prSet presAssocID="{FB348711-4CDF-4E57-9BA7-28ECCA1F61BE}" presName="spaceRect" presStyleCnt="0"/>
      <dgm:spPr/>
    </dgm:pt>
    <dgm:pt modelId="{0D058065-743A-4877-9137-40A834AADF80}" type="pres">
      <dgm:prSet presAssocID="{FB348711-4CDF-4E57-9BA7-28ECCA1F61B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B9B2709-640A-44F1-AE08-2FB0835520C2}" srcId="{93B1B50D-A241-4890-AAB9-D50BDE47BE2D}" destId="{24570807-1A84-47F3-8A01-94E7F1BA1E16}" srcOrd="1" destOrd="0" parTransId="{7623D05C-9920-4878-A54C-576FF6C1F427}" sibTransId="{D33FFC37-C26C-4A4B-A90E-C96B3E59B039}"/>
    <dgm:cxn modelId="{DCEB070D-1341-4C09-8F85-87595B9A5425}" type="presOf" srcId="{1372E95B-A55B-4A40-81AF-191B6F3A3A28}" destId="{33480F79-C515-49E6-B015-56281041757C}" srcOrd="0" destOrd="0" presId="urn:microsoft.com/office/officeart/2018/2/layout/IconLabelList"/>
    <dgm:cxn modelId="{8A5BFB6B-1439-4B0D-BC77-AA86886A02A5}" srcId="{93B1B50D-A241-4890-AAB9-D50BDE47BE2D}" destId="{1372E95B-A55B-4A40-81AF-191B6F3A3A28}" srcOrd="0" destOrd="0" parTransId="{9C43D600-5778-4603-BF06-7595170ADEA2}" sibTransId="{49FDF36D-1D53-4FF6-A219-E59D981B7549}"/>
    <dgm:cxn modelId="{2487A355-D6CF-4BC9-BDB4-642F1B4C325C}" srcId="{93B1B50D-A241-4890-AAB9-D50BDE47BE2D}" destId="{9C495257-DDB9-4184-8A31-4F4D1CE22A9F}" srcOrd="2" destOrd="0" parTransId="{D460B859-BD10-4F71-A066-C6E3BB2407E9}" sibTransId="{8B12361C-51B2-43C2-80F2-F65A69FDBBD0}"/>
    <dgm:cxn modelId="{F662E075-DDF1-4216-AEC4-4299D999E91E}" type="presOf" srcId="{24570807-1A84-47F3-8A01-94E7F1BA1E16}" destId="{A45C222C-AC3A-48C1-B92F-5D0F8AFF4AEC}" srcOrd="0" destOrd="0" presId="urn:microsoft.com/office/officeart/2018/2/layout/IconLabelList"/>
    <dgm:cxn modelId="{A8526588-1657-4C0C-A5E0-BDF6153DDCEC}" type="presOf" srcId="{93B1B50D-A241-4890-AAB9-D50BDE47BE2D}" destId="{A744B5D9-6089-4166-9DA8-D4A72FF86463}" srcOrd="0" destOrd="0" presId="urn:microsoft.com/office/officeart/2018/2/layout/IconLabelList"/>
    <dgm:cxn modelId="{65D9EFB0-997C-4357-8C4A-B57DE91FEF2A}" srcId="{93B1B50D-A241-4890-AAB9-D50BDE47BE2D}" destId="{FB348711-4CDF-4E57-9BA7-28ECCA1F61BE}" srcOrd="3" destOrd="0" parTransId="{4C50C4BE-0A91-4F5E-AD94-F0D47D1B489D}" sibTransId="{CDA55785-FBAE-4A7F-A83D-DE137FF6D85C}"/>
    <dgm:cxn modelId="{3EE616D6-DA30-4192-8C2C-6C0EC6E1F9E2}" type="presOf" srcId="{9C495257-DDB9-4184-8A31-4F4D1CE22A9F}" destId="{4CB0A249-082F-4E63-B6A9-2D1A77BC847D}" srcOrd="0" destOrd="0" presId="urn:microsoft.com/office/officeart/2018/2/layout/IconLabelList"/>
    <dgm:cxn modelId="{BC5063E8-D38E-41A2-838D-7105066BE281}" type="presOf" srcId="{FB348711-4CDF-4E57-9BA7-28ECCA1F61BE}" destId="{0D058065-743A-4877-9137-40A834AADF80}" srcOrd="0" destOrd="0" presId="urn:microsoft.com/office/officeart/2018/2/layout/IconLabelList"/>
    <dgm:cxn modelId="{31003E2D-C281-493C-8A52-5A76F8DB8878}" type="presParOf" srcId="{A744B5D9-6089-4166-9DA8-D4A72FF86463}" destId="{57EB2010-3EAE-49AA-8CD7-9D2D5D6E9518}" srcOrd="0" destOrd="0" presId="urn:microsoft.com/office/officeart/2018/2/layout/IconLabelList"/>
    <dgm:cxn modelId="{40E106ED-F4D3-454F-A190-D7B1063F3914}" type="presParOf" srcId="{57EB2010-3EAE-49AA-8CD7-9D2D5D6E9518}" destId="{B7198525-E71B-4A3F-BF40-2863D44B2799}" srcOrd="0" destOrd="0" presId="urn:microsoft.com/office/officeart/2018/2/layout/IconLabelList"/>
    <dgm:cxn modelId="{132DC552-23FD-456C-A7AE-779D3D970133}" type="presParOf" srcId="{57EB2010-3EAE-49AA-8CD7-9D2D5D6E9518}" destId="{36682EDA-2AB5-482A-85FF-BA3A485490F1}" srcOrd="1" destOrd="0" presId="urn:microsoft.com/office/officeart/2018/2/layout/IconLabelList"/>
    <dgm:cxn modelId="{E77A2161-DBCD-46E4-9C62-7AB1D596989F}" type="presParOf" srcId="{57EB2010-3EAE-49AA-8CD7-9D2D5D6E9518}" destId="{33480F79-C515-49E6-B015-56281041757C}" srcOrd="2" destOrd="0" presId="urn:microsoft.com/office/officeart/2018/2/layout/IconLabelList"/>
    <dgm:cxn modelId="{7ABA535B-8B8B-4C17-A163-570B4A400A38}" type="presParOf" srcId="{A744B5D9-6089-4166-9DA8-D4A72FF86463}" destId="{8A8CDBC1-D02B-44DE-8A8E-D09B0066B7DF}" srcOrd="1" destOrd="0" presId="urn:microsoft.com/office/officeart/2018/2/layout/IconLabelList"/>
    <dgm:cxn modelId="{87C2EEBA-BCFF-4EF4-B350-8C28E82F91B4}" type="presParOf" srcId="{A744B5D9-6089-4166-9DA8-D4A72FF86463}" destId="{FCBA483D-DB6D-4E0F-9324-CDE547AF2686}" srcOrd="2" destOrd="0" presId="urn:microsoft.com/office/officeart/2018/2/layout/IconLabelList"/>
    <dgm:cxn modelId="{7BFBB1FB-3A38-431F-86C8-863B4AA60202}" type="presParOf" srcId="{FCBA483D-DB6D-4E0F-9324-CDE547AF2686}" destId="{DEF6AE0E-A78C-4541-8072-B1F1FDB82C9D}" srcOrd="0" destOrd="0" presId="urn:microsoft.com/office/officeart/2018/2/layout/IconLabelList"/>
    <dgm:cxn modelId="{3D4372BA-2879-4D67-9820-439EF6BC95B6}" type="presParOf" srcId="{FCBA483D-DB6D-4E0F-9324-CDE547AF2686}" destId="{7EB9FF9B-66D0-48BC-A7C9-7058564EB10A}" srcOrd="1" destOrd="0" presId="urn:microsoft.com/office/officeart/2018/2/layout/IconLabelList"/>
    <dgm:cxn modelId="{76EA5E23-4610-4688-BB05-29A6624B0924}" type="presParOf" srcId="{FCBA483D-DB6D-4E0F-9324-CDE547AF2686}" destId="{A45C222C-AC3A-48C1-B92F-5D0F8AFF4AEC}" srcOrd="2" destOrd="0" presId="urn:microsoft.com/office/officeart/2018/2/layout/IconLabelList"/>
    <dgm:cxn modelId="{8362B109-F6D8-4D77-9838-0215DF157D53}" type="presParOf" srcId="{A744B5D9-6089-4166-9DA8-D4A72FF86463}" destId="{D94747C2-118C-43EF-BD2F-93C8C5EA3CAB}" srcOrd="3" destOrd="0" presId="urn:microsoft.com/office/officeart/2018/2/layout/IconLabelList"/>
    <dgm:cxn modelId="{CEF62D9E-7EA3-46B6-B891-445673B897A0}" type="presParOf" srcId="{A744B5D9-6089-4166-9DA8-D4A72FF86463}" destId="{4B931085-E5E1-4F78-8997-E928158C7865}" srcOrd="4" destOrd="0" presId="urn:microsoft.com/office/officeart/2018/2/layout/IconLabelList"/>
    <dgm:cxn modelId="{0FEE7AB7-CE62-4723-A7AE-25B872B8D6EC}" type="presParOf" srcId="{4B931085-E5E1-4F78-8997-E928158C7865}" destId="{65682AD1-0521-4220-91F4-4EBB3CC90AE0}" srcOrd="0" destOrd="0" presId="urn:microsoft.com/office/officeart/2018/2/layout/IconLabelList"/>
    <dgm:cxn modelId="{B3AE8279-ED46-492B-ADBC-BB4E737B1E70}" type="presParOf" srcId="{4B931085-E5E1-4F78-8997-E928158C7865}" destId="{3E162DE3-161C-44E8-AB79-5DC9ABBD2C1D}" srcOrd="1" destOrd="0" presId="urn:microsoft.com/office/officeart/2018/2/layout/IconLabelList"/>
    <dgm:cxn modelId="{A5D9B62C-2B78-4C9B-8823-EBB10A135C3C}" type="presParOf" srcId="{4B931085-E5E1-4F78-8997-E928158C7865}" destId="{4CB0A249-082F-4E63-B6A9-2D1A77BC847D}" srcOrd="2" destOrd="0" presId="urn:microsoft.com/office/officeart/2018/2/layout/IconLabelList"/>
    <dgm:cxn modelId="{19E1FF81-4850-4D32-93AC-075AD38B6E9E}" type="presParOf" srcId="{A744B5D9-6089-4166-9DA8-D4A72FF86463}" destId="{9ED30D89-0D9B-45D5-B866-B09D17E68551}" srcOrd="5" destOrd="0" presId="urn:microsoft.com/office/officeart/2018/2/layout/IconLabelList"/>
    <dgm:cxn modelId="{C4B82855-9801-48C2-89F0-A123EB62EEC4}" type="presParOf" srcId="{A744B5D9-6089-4166-9DA8-D4A72FF86463}" destId="{1BF61DD8-317B-44DA-844D-1DC9AD19DF85}" srcOrd="6" destOrd="0" presId="urn:microsoft.com/office/officeart/2018/2/layout/IconLabelList"/>
    <dgm:cxn modelId="{67B13234-7FE4-45FF-9DBA-DFFB7F15C454}" type="presParOf" srcId="{1BF61DD8-317B-44DA-844D-1DC9AD19DF85}" destId="{1AB8C97E-2C57-47FE-A2BA-9302F07416EC}" srcOrd="0" destOrd="0" presId="urn:microsoft.com/office/officeart/2018/2/layout/IconLabelList"/>
    <dgm:cxn modelId="{60E0DA46-D279-4E80-94EC-47FF8571071F}" type="presParOf" srcId="{1BF61DD8-317B-44DA-844D-1DC9AD19DF85}" destId="{626EC3DA-91F8-42ED-BC27-3F3C82FBA945}" srcOrd="1" destOrd="0" presId="urn:microsoft.com/office/officeart/2018/2/layout/IconLabelList"/>
    <dgm:cxn modelId="{4919ABB0-0310-44F9-AB68-3338F96F69E8}" type="presParOf" srcId="{1BF61DD8-317B-44DA-844D-1DC9AD19DF85}" destId="{0D058065-743A-4877-9137-40A834AADF8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424147-67D5-4388-AA5A-61DE20DF9CFE}">
      <dsp:nvSpPr>
        <dsp:cNvPr id="0" name=""/>
        <dsp:cNvSpPr/>
      </dsp:nvSpPr>
      <dsp:spPr>
        <a:xfrm>
          <a:off x="853" y="21822"/>
          <a:ext cx="3457633" cy="41491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Analyze different proteins and their structures</a:t>
          </a:r>
        </a:p>
      </dsp:txBody>
      <dsp:txXfrm>
        <a:off x="853" y="1681486"/>
        <a:ext cx="3457633" cy="2489496"/>
      </dsp:txXfrm>
    </dsp:sp>
    <dsp:sp modelId="{51389101-03B1-47FD-96C5-C2A6DB6C88B3}">
      <dsp:nvSpPr>
        <dsp:cNvPr id="0" name=""/>
        <dsp:cNvSpPr/>
      </dsp:nvSpPr>
      <dsp:spPr>
        <a:xfrm>
          <a:off x="853" y="21822"/>
          <a:ext cx="3457633" cy="16596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1</a:t>
          </a:r>
        </a:p>
      </dsp:txBody>
      <dsp:txXfrm>
        <a:off x="853" y="21822"/>
        <a:ext cx="3457633" cy="1659664"/>
      </dsp:txXfrm>
    </dsp:sp>
    <dsp:sp modelId="{67EC8B20-19D8-4289-B11F-AF9600B5042F}">
      <dsp:nvSpPr>
        <dsp:cNvPr id="0" name=""/>
        <dsp:cNvSpPr/>
      </dsp:nvSpPr>
      <dsp:spPr>
        <a:xfrm>
          <a:off x="3735097" y="21822"/>
          <a:ext cx="3457633" cy="4149160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Find their weaknesses and how to denature them.</a:t>
          </a:r>
        </a:p>
      </dsp:txBody>
      <dsp:txXfrm>
        <a:off x="3735097" y="1681486"/>
        <a:ext cx="3457633" cy="2489496"/>
      </dsp:txXfrm>
    </dsp:sp>
    <dsp:sp modelId="{4BADCE9C-9A14-4D57-87F9-434CFCF8BA1C}">
      <dsp:nvSpPr>
        <dsp:cNvPr id="0" name=""/>
        <dsp:cNvSpPr/>
      </dsp:nvSpPr>
      <dsp:spPr>
        <a:xfrm>
          <a:off x="3735097" y="21822"/>
          <a:ext cx="3457633" cy="16596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2</a:t>
          </a:r>
        </a:p>
      </dsp:txBody>
      <dsp:txXfrm>
        <a:off x="3735097" y="21822"/>
        <a:ext cx="3457633" cy="1659664"/>
      </dsp:txXfrm>
    </dsp:sp>
    <dsp:sp modelId="{59544E93-E2DA-45C4-ABCD-57979E4D5316}">
      <dsp:nvSpPr>
        <dsp:cNvPr id="0" name=""/>
        <dsp:cNvSpPr/>
      </dsp:nvSpPr>
      <dsp:spPr>
        <a:xfrm>
          <a:off x="7469341" y="21822"/>
          <a:ext cx="3457633" cy="414916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Render 3D models of the chosen proteins</a:t>
          </a:r>
        </a:p>
      </dsp:txBody>
      <dsp:txXfrm>
        <a:off x="7469341" y="1681486"/>
        <a:ext cx="3457633" cy="2489496"/>
      </dsp:txXfrm>
    </dsp:sp>
    <dsp:sp modelId="{ABE65B52-BBC8-436C-A39B-DA6A404E7FB2}">
      <dsp:nvSpPr>
        <dsp:cNvPr id="0" name=""/>
        <dsp:cNvSpPr/>
      </dsp:nvSpPr>
      <dsp:spPr>
        <a:xfrm>
          <a:off x="7469341" y="21822"/>
          <a:ext cx="3457633" cy="16596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3</a:t>
          </a:r>
        </a:p>
      </dsp:txBody>
      <dsp:txXfrm>
        <a:off x="7469341" y="21822"/>
        <a:ext cx="3457633" cy="16596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ECFCF7-4A78-4C00-877D-8D025F4D6DEC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23CE47-E031-4340-9918-0E267CCBD9F2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Aptos"/>
              <a:ea typeface="+mn-ea"/>
              <a:cs typeface="+mn-cs"/>
            </a:rPr>
            <a:t>Flask linking python (back-end) and HTML/CSS (front-end)</a:t>
          </a:r>
        </a:p>
      </dsp:txBody>
      <dsp:txXfrm>
        <a:off x="378614" y="886531"/>
        <a:ext cx="2810360" cy="1744948"/>
      </dsp:txXfrm>
    </dsp:sp>
    <dsp:sp modelId="{ABF2DFB8-3F11-4DE6-85A3-C00899D16B23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2C35E5-8256-46FC-8DA3-558DFAA4A56B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Aptos" panose="020B0004020202020204"/>
              <a:ea typeface="+mn-ea"/>
              <a:cs typeface="+mn-cs"/>
            </a:rPr>
            <a:t>New Libraries such as mastery of pandas, Bio and Flask</a:t>
          </a:r>
        </a:p>
      </dsp:txBody>
      <dsp:txXfrm>
        <a:off x="3946203" y="886531"/>
        <a:ext cx="2810360" cy="1744948"/>
      </dsp:txXfrm>
    </dsp:sp>
    <dsp:sp modelId="{2B729D7F-1691-4E45-AC37-CE0AE23BE888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DF790F-29F9-4F23-9330-9CF73389DCA5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Aptos" panose="020B0004020202020204"/>
              <a:ea typeface="+mn-ea"/>
              <a:cs typeface="+mn-cs"/>
            </a:rPr>
            <a:t>Understanding of protein behavior</a:t>
          </a:r>
        </a:p>
      </dsp:txBody>
      <dsp:txXfrm>
        <a:off x="7513791" y="886531"/>
        <a:ext cx="2810360" cy="17449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198525-E71B-4A3F-BF40-2863D44B2799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480F79-C515-49E6-B015-56281041757C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1CE0 – HIV surface marker protein</a:t>
          </a:r>
        </a:p>
      </dsp:txBody>
      <dsp:txXfrm>
        <a:off x="100682" y="2427484"/>
        <a:ext cx="2370489" cy="720000"/>
      </dsp:txXfrm>
    </dsp:sp>
    <dsp:sp modelId="{DEF6AE0E-A78C-4541-8072-B1F1FDB82C9D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5C222C-AC3A-48C1-B92F-5D0F8AFF4AEC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1A3N -  Human Hemoglobin</a:t>
          </a:r>
        </a:p>
      </dsp:txBody>
      <dsp:txXfrm>
        <a:off x="2886007" y="2427484"/>
        <a:ext cx="2370489" cy="720000"/>
      </dsp:txXfrm>
    </dsp:sp>
    <dsp:sp modelId="{65682AD1-0521-4220-91F4-4EBB3CC90AE0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0A249-082F-4E63-B6A9-2D1A77BC847D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1YPY -  Vaccinia Virus L1 protein</a:t>
          </a:r>
        </a:p>
      </dsp:txBody>
      <dsp:txXfrm>
        <a:off x="5671332" y="2427484"/>
        <a:ext cx="2370489" cy="720000"/>
      </dsp:txXfrm>
    </dsp:sp>
    <dsp:sp modelId="{1AB8C97E-2C57-47FE-A2BA-9302F07416EC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058065-743A-4877-9137-40A834AADF80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3IGC - Smallpox virus topoisomerase-DNA</a:t>
          </a:r>
        </a:p>
      </dsp:txBody>
      <dsp:txXfrm>
        <a:off x="8456657" y="2427484"/>
        <a:ext cx="237048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csb.org/pages/about-us/index" TargetMode="External"/><Relationship Id="rId2" Type="http://schemas.openxmlformats.org/officeDocument/2006/relationships/hyperlink" Target="https://www.rcsb.or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559294"/>
            <a:ext cx="12191999" cy="6298279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-428"/>
            <a:ext cx="6096001" cy="6858000"/>
          </a:xfrm>
          <a:prstGeom prst="rect">
            <a:avLst/>
          </a:prstGeom>
          <a:gradFill>
            <a:gsLst>
              <a:gs pos="13000">
                <a:srgbClr val="000000">
                  <a:alpha val="72000"/>
                </a:srgbClr>
              </a:gs>
              <a:gs pos="99000">
                <a:schemeClr val="accent1">
                  <a:lumMod val="50000"/>
                  <a:alpha val="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5136" y="1028700"/>
            <a:ext cx="9947305" cy="1090657"/>
          </a:xfrm>
        </p:spPr>
        <p:txBody>
          <a:bodyPr>
            <a:normAutofit/>
          </a:bodyPr>
          <a:lstStyle/>
          <a:p>
            <a:r>
              <a:rPr lang="en-US" sz="4800">
                <a:solidFill>
                  <a:srgbClr val="FFFFFF"/>
                </a:solidFill>
                <a:ea typeface="+mj-lt"/>
                <a:cs typeface="+mj-lt"/>
              </a:rPr>
              <a:t>Protein analysis project  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214188"/>
            <a:ext cx="9144000" cy="4924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solidFill>
                  <a:srgbClr val="FFFFFF"/>
                </a:solidFill>
                <a:latin typeface="Aptos Display"/>
              </a:rPr>
              <a:t>the4bytes</a:t>
            </a:r>
            <a:endParaRPr lang="en-US" sz="2000">
              <a:solidFill>
                <a:srgbClr val="FFFFFF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2B3ACB3-D689-442E-8A40-8680B0FEB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063256" y="400727"/>
            <a:ext cx="4065484" cy="8849062"/>
          </a:xfrm>
          <a:custGeom>
            <a:avLst/>
            <a:gdLst>
              <a:gd name="connsiteX0" fmla="*/ 0 w 4065484"/>
              <a:gd name="connsiteY0" fmla="*/ 4424531 h 8849062"/>
              <a:gd name="connsiteX1" fmla="*/ 3899197 w 4065484"/>
              <a:gd name="connsiteY1" fmla="*/ 8840480 h 8849062"/>
              <a:gd name="connsiteX2" fmla="*/ 4065484 w 4065484"/>
              <a:gd name="connsiteY2" fmla="*/ 8849062 h 8849062"/>
              <a:gd name="connsiteX3" fmla="*/ 4065483 w 4065484"/>
              <a:gd name="connsiteY3" fmla="*/ 0 h 8849062"/>
              <a:gd name="connsiteX4" fmla="*/ 3899197 w 4065484"/>
              <a:gd name="connsiteY4" fmla="*/ 8581 h 8849062"/>
              <a:gd name="connsiteX5" fmla="*/ 0 w 4065484"/>
              <a:gd name="connsiteY5" fmla="*/ 4424531 h 884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65484" h="8849062">
                <a:moveTo>
                  <a:pt x="0" y="4424531"/>
                </a:moveTo>
                <a:cubicBezTo>
                  <a:pt x="0" y="6722831"/>
                  <a:pt x="1709076" y="8613167"/>
                  <a:pt x="3899197" y="8840480"/>
                </a:cubicBezTo>
                <a:lnTo>
                  <a:pt x="4065484" y="8849062"/>
                </a:lnTo>
                <a:lnTo>
                  <a:pt x="4065483" y="0"/>
                </a:lnTo>
                <a:lnTo>
                  <a:pt x="3899197" y="8581"/>
                </a:lnTo>
                <a:cubicBezTo>
                  <a:pt x="1709075" y="235897"/>
                  <a:pt x="0" y="2126232"/>
                  <a:pt x="0" y="442453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"/>
                </a:schemeClr>
              </a:gs>
              <a:gs pos="68000">
                <a:schemeClr val="accent1">
                  <a:alpha val="15000"/>
                </a:schemeClr>
              </a:gs>
            </a:gsLst>
            <a:lin ang="21594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Dna Background&quot; Images – Browse 4,703 Stock Photos, Vectors ...">
            <a:extLst>
              <a:ext uri="{FF2B5EF4-FFF2-40B4-BE49-F238E27FC236}">
                <a16:creationId xmlns:a16="http://schemas.microsoft.com/office/drawing/2014/main" id="{C0F28DE2-718F-0AD9-A814-24BEE83DCF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101" r="1" b="12081"/>
          <a:stretch>
            <a:fillRect/>
          </a:stretch>
        </p:blipFill>
        <p:spPr>
          <a:xfrm>
            <a:off x="2343302" y="3351745"/>
            <a:ext cx="7519558" cy="3506255"/>
          </a:xfrm>
          <a:custGeom>
            <a:avLst/>
            <a:gdLst/>
            <a:ahLst/>
            <a:cxnLst/>
            <a:rect l="l" t="t" r="r" b="b"/>
            <a:pathLst>
              <a:path w="7519558" h="3506255">
                <a:moveTo>
                  <a:pt x="3759779" y="0"/>
                </a:moveTo>
                <a:cubicBezTo>
                  <a:pt x="5713450" y="0"/>
                  <a:pt x="7320331" y="1484777"/>
                  <a:pt x="7513560" y="3387468"/>
                </a:cubicBezTo>
                <a:lnTo>
                  <a:pt x="7519558" y="3506255"/>
                </a:lnTo>
                <a:lnTo>
                  <a:pt x="0" y="3506255"/>
                </a:lnTo>
                <a:lnTo>
                  <a:pt x="5998" y="3387468"/>
                </a:lnTo>
                <a:cubicBezTo>
                  <a:pt x="199227" y="1484777"/>
                  <a:pt x="1806109" y="0"/>
                  <a:pt x="3759779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5683B3-6AE9-950B-20C4-279BA5728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Our Goal</a:t>
            </a:r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A75BD128-03C5-02C2-B555-BEA347D48B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04698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3755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39DD9A-DE81-12C3-2F28-88A1F8781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/>
              <a:t>How We Got There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 person typing on a keyboard&#10;&#10;AI-generated content may be incorrect.">
            <a:extLst>
              <a:ext uri="{FF2B5EF4-FFF2-40B4-BE49-F238E27FC236}">
                <a16:creationId xmlns:a16="http://schemas.microsoft.com/office/drawing/2014/main" id="{EDE07734-49FA-9118-9880-A52063BAB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1749677"/>
            <a:ext cx="4777381" cy="318890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788FC-BEBA-2F21-651C-1D32A6A2C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Data management with Python</a:t>
            </a:r>
          </a:p>
          <a:p>
            <a:r>
              <a:rPr lang="en-US"/>
              <a:t>Page structure with HTML</a:t>
            </a:r>
          </a:p>
          <a:p>
            <a:r>
              <a:rPr lang="en-US"/>
              <a:t>Formatting with CSS and JS Bootstrap</a:t>
            </a:r>
          </a:p>
          <a:p>
            <a:r>
              <a:rPr lang="en-US"/>
              <a:t>Some of the libraries we used: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Pandas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Flask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Bio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… and more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249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22C4DB-58DC-74CC-B883-DBB4EEF13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Accomplishments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746891-F806-4DE7-9B5C-A4D5B541D1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8348734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7392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0D4C4E-6F44-6E64-3C0D-804B66038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More than 1 000 000 models supported!</a:t>
            </a:r>
          </a:p>
        </p:txBody>
      </p:sp>
    </p:spTree>
    <p:extLst>
      <p:ext uri="{BB962C8B-B14F-4D97-AF65-F5344CB8AC3E}">
        <p14:creationId xmlns:p14="http://schemas.microsoft.com/office/powerpoint/2010/main" val="5311479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Magnified view of red and white virus cells">
            <a:extLst>
              <a:ext uri="{FF2B5EF4-FFF2-40B4-BE49-F238E27FC236}">
                <a16:creationId xmlns:a16="http://schemas.microsoft.com/office/drawing/2014/main" id="{C4E94E3F-B94F-D96B-A37A-7199347E4E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25" r="5564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30F70-F3E0-B2CB-D846-DCE039508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Real life impacts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2C1D9B6-650E-BC9B-AF88-5D92329AC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Could potentially be used to destroy bacteria and Viruses </a:t>
            </a:r>
          </a:p>
          <a:p>
            <a:r>
              <a:rPr lang="en-US" sz="2000"/>
              <a:t>Could cure diseases!</a:t>
            </a:r>
          </a:p>
        </p:txBody>
      </p:sp>
    </p:spTree>
    <p:extLst>
      <p:ext uri="{BB962C8B-B14F-4D97-AF65-F5344CB8AC3E}">
        <p14:creationId xmlns:p14="http://schemas.microsoft.com/office/powerpoint/2010/main" val="3452822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ABCD11-7D39-CCDB-EC74-F427A18AE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Time for some Demos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059A91-E0EA-0BFC-485C-F2B950696C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091069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9075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D193C-7C5F-3361-86A4-487A2DA16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43486"/>
            <a:ext cx="4267200" cy="14374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Online database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7C77032-C865-6057-7D7A-E2743CFA2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059CA3-1AAD-7AD2-648B-7E6E2A33CF3A}"/>
              </a:ext>
            </a:extLst>
          </p:cNvPr>
          <p:cNvSpPr txBox="1"/>
          <p:nvPr/>
        </p:nvSpPr>
        <p:spPr>
          <a:xfrm>
            <a:off x="5825613" y="838200"/>
            <a:ext cx="5501247" cy="186635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hlinkClick r:id="rId2"/>
              </a:rPr>
              <a:t>https://www.rcsb.org</a:t>
            </a:r>
            <a:r>
              <a:rPr lang="en-US" sz="2000"/>
              <a:t> : </a:t>
            </a:r>
            <a:r>
              <a:rPr lang="en-US" sz="2000">
                <a:hlinkClick r:id="rId3"/>
              </a:rPr>
              <a:t>RCSB Protein Data Bank (RCSB PDB)</a:t>
            </a:r>
            <a:r>
              <a:rPr lang="en-US" sz="2000"/>
              <a:t> uses Alphafold and other tools to provide to the world tools to innovate in biology.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11" name="Picture 10" descr="A blue and white icon with black text&#10;&#10;AI-generated content may be incorrect.">
            <a:extLst>
              <a:ext uri="{FF2B5EF4-FFF2-40B4-BE49-F238E27FC236}">
                <a16:creationId xmlns:a16="http://schemas.microsoft.com/office/drawing/2014/main" id="{A7A65A52-990A-7BF3-3C7D-CB4AB1D70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757" y="3801736"/>
            <a:ext cx="10591800" cy="174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706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Protein analysis project  </vt:lpstr>
      <vt:lpstr>Our Goal</vt:lpstr>
      <vt:lpstr>How We Got There</vt:lpstr>
      <vt:lpstr>Accomplishments</vt:lpstr>
      <vt:lpstr>More than 1 000 000 models supported!</vt:lpstr>
      <vt:lpstr>Real life impacts</vt:lpstr>
      <vt:lpstr>Time for some Demos</vt:lpstr>
      <vt:lpstr>Online database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104</cp:revision>
  <dcterms:created xsi:type="dcterms:W3CDTF">2025-11-13T21:00:37Z</dcterms:created>
  <dcterms:modified xsi:type="dcterms:W3CDTF">2025-11-13T22:40:23Z</dcterms:modified>
</cp:coreProperties>
</file>